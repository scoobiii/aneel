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Energy Per Capita: Strategic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Brazil consumes less energy per capita than the world average.</a:t>
            </a:r>
          </a:p>
          <a:p>
            <a:pPr lvl="1"/>
            <a:r>
              <a:t>Income per capita is directly tied to energy availability.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Regulatory restrictions reduce competitiveness.</a:t>
            </a:r>
          </a:p>
          <a:p>
            <a:pPr lvl="1"/>
            <a:r>
              <a:t>Contradiction with the USD 2 trillion investment target.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Developed economies grew energy supply before income expansion.</a:t>
            </a:r>
          </a:p>
          <a:p>
            <a:pPr lvl="1"/>
            <a:r>
              <a:t>Examples: USA, EU, South Korea, China.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Cross-Ministry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Industry, Agriculture, Defense, Education, Health, Cities.</a:t>
            </a:r>
          </a:p>
          <a:p>
            <a:pPr lvl="1"/>
            <a:r>
              <a:t>All require abundant, cheap, stable energy.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Set national per-capita energy targets.</a:t>
            </a:r>
          </a:p>
          <a:p>
            <a:pPr lvl="1"/>
            <a:r>
              <a:t>Align Aneel/ONS with economic development strategy.</a:t>
            </a:r>
          </a:p>
          <a:p>
            <a:pPr lvl="1"/>
            <a:r>
              <a:t>Create an interministerial committee on energy security.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